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338 Spalten im Aufbau, 264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20 Sichten, 15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