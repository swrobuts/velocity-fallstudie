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Sätze zum Mitnehmen — und ein Blick auf die Warenwirtschaft.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Kapitel, neun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311400"/>
            <a:ext cx="279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311400"/>
            <a:ext cx="8680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692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692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3073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3073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454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454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835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835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4216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4216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597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597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978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978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5359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5359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5740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Ausblick</a:t>
            </a:r>
          </a:p>
        </p:txBody>
      </p:sp>
      <p:sp>
        <p:nvSpPr>
          <p:cNvPr id="25" name="Rectangle 24"/>
          <p:cNvSpPr/>
          <p:nvPr/>
        </p:nvSpPr>
        <p:spPr>
          <a:xfrm>
            <a:off x="3947160" y="5740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fehlt noch, damit die Räder gewartet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98155"/>
            <a:ext cx="11677650" cy="407768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99755"/>
            <a:ext cx="11474450" cy="38744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7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fehlt noch, damit Annas Rad auch gewartet wird?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Sätze, die diese Einheit tragen</a:t>
            </a:r>
          </a:p>
        </p:txBody>
      </p:sp>
      <p:sp>
        <p:nvSpPr>
          <p:cNvPr id="3" name="Text Placeholder 2"/>
          <p:cNvSpPr>
            <a:spLocks noGrp="1"/>
          </p:cNvSpPr>
          <p:nvPr>
            <p:ph type="body" idx="12" sz="quarter"/>
          </p:nvPr>
        </p:nvSpPr>
        <p:spPr/>
        <p:txBody>
          <a:bodyPr/>
          <a:lstStyle/>
          <a:p>
            <a:r>
              <a:t>9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sechs. Zu jedem sollten Sie ein Beispiel aus Annas Fahrt nennen können.</a:t>
            </a:r>
          </a:p>
        </p:txBody>
      </p:sp>
      <p:sp>
        <p:nvSpPr>
          <p:cNvPr id="6" name="Rectangle 5"/>
          <p:cNvSpPr/>
          <p:nvPr/>
        </p:nvSpPr>
        <p:spPr>
          <a:xfrm>
            <a:off x="1153160" y="22606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606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8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368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9083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083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35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9845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5560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5560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6322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42037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2037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33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2799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8514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8514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978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276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54991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4991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5626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55753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Warenwirtschaft hängt an denselben Entitäten</a:t>
            </a:r>
          </a:p>
        </p:txBody>
      </p:sp>
      <p:sp>
        <p:nvSpPr>
          <p:cNvPr id="3" name="Text Placeholder 2"/>
          <p:cNvSpPr>
            <a:spLocks noGrp="1"/>
          </p:cNvSpPr>
          <p:nvPr>
            <p:ph type="body" idx="12" sz="quarter"/>
          </p:nvPr>
        </p:nvSpPr>
        <p:spPr/>
        <p:txBody>
          <a:bodyPr/>
          <a:lstStyle/>
          <a:p>
            <a:r>
              <a:t>9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Vier weitere Fachbereiche sind bereits entworfen — deshalb war es richtig, hersteller und fahrradmodell schon jetzt einzuziehen.</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daraus ein Wartungsauftrag und eine Lagerbewegung.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