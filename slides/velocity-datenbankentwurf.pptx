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87312"/>
            <a:ext cx="11677650" cy="409937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88912"/>
            <a:ext cx="11474450" cy="389617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Neunzehn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27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37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16 Sichten, 14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Vier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