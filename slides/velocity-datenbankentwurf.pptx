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und Kennzahlen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Kapitel, zwölf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86000"/>
            <a:ext cx="279400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86000"/>
            <a:ext cx="868045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78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78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870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870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1623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1623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4544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4544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7465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7465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0386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0386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3307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3307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6228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6228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9149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9149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2070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2070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499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499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791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Abschluss</a:t>
            </a:r>
          </a:p>
        </p:txBody>
      </p:sp>
      <p:sp>
        <p:nvSpPr>
          <p:cNvPr id="31" name="Rectangle 30"/>
          <p:cNvSpPr/>
          <p:nvPr/>
        </p:nvSpPr>
        <p:spPr>
          <a:xfrm>
            <a:off x="3947160" y="5791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118525" y="1600200"/>
            <a:ext cx="354371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220125" y="1701800"/>
            <a:ext cx="3340518"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566878" y="1600200"/>
            <a:ext cx="4647013"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668478" y="1701800"/>
            <a:ext cx="4443813"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1859747" y="1600200"/>
            <a:ext cx="10061275"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1961347" y="1701800"/>
            <a:ext cx="9858075"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drei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1887312"/>
            <a:ext cx="11677650" cy="4099375"/>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1988912"/>
            <a:ext cx="11474450" cy="389617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Neunzehn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27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316 Spalten, 264 beschrieben,</a:t>
            </a:r>
          </a:p>
          <a:p>
            <a:pPr algn="l">
              <a:lnSpc>
                <a:spcPct val="95000"/>
              </a:lnSpc>
              <a:spcBef>
                <a:spcPts val="200"/>
              </a:spcBef>
            </a:pPr>
            <a:r>
              <a:rPr sz="1300" b="0">
                <a:solidFill>
                  <a:srgbClr val="404040"/>
                </a:solidFill>
                <a:latin typeface="Consolas"/>
              </a:rPr>
              <a:t>52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369714" y="1778000"/>
            <a:ext cx="504134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471314" y="1879600"/>
            <a:ext cx="483814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36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16 Sichten, 14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Vier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zwölf Kapiteln — und was ist entworfen, aber nicht gebaut?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12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12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