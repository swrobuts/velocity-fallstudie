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87312"/>
            <a:ext cx="11677650" cy="409937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88912"/>
            <a:ext cx="11474450" cy="389617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Neunzehn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320 Spalten im Aufbau, 248 beschrieben,</a:t>
            </a:r>
          </a:p>
          <a:p>
            <a:pPr algn="l">
              <a:lnSpc>
                <a:spcPct val="95000"/>
              </a:lnSpc>
              <a:spcBef>
                <a:spcPts val="200"/>
              </a:spcBef>
            </a:pPr>
            <a:r>
              <a:rPr sz="1300" b="0">
                <a:solidFill>
                  <a:srgbClr val="404040"/>
                </a:solidFill>
                <a:latin typeface="Consolas"/>
              </a:rPr>
              <a:t>72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37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17 Sichten, 14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