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GR12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100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gegen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von zwölf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sechs gelten immer, auch bei direktem SQL-Zugriff. Die unteren drei nur, wenn man den vorgesehenen Weg nimmt — sie brauchen Kontext, den ein Constraint nicht hat.</a:t>
            </a:r>
          </a:p>
        </p:txBody>
      </p:sp>
      <p:sp>
        <p:nvSpPr>
          <p:cNvPr id="6" name="Rectangle 5"/>
          <p:cNvSpPr/>
          <p:nvPr/>
        </p:nvSpPr>
        <p:spPr>
          <a:xfrm>
            <a:off x="1153160" y="2362200"/>
            <a:ext cx="1651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362200"/>
            <a:ext cx="6604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362200"/>
            <a:ext cx="321945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7051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7051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7051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30480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30480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30480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3909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3909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3909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7338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7338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7338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40767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40767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40767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4196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4196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4196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7625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28" name="Rectangle 27"/>
          <p:cNvSpPr/>
          <p:nvPr/>
        </p:nvSpPr>
        <p:spPr>
          <a:xfrm>
            <a:off x="2804160" y="47625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29" name="Rectangle 28"/>
          <p:cNvSpPr/>
          <p:nvPr/>
        </p:nvSpPr>
        <p:spPr>
          <a:xfrm>
            <a:off x="9408160" y="47625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0" name="Rectangle 29"/>
          <p:cNvSpPr/>
          <p:nvPr/>
        </p:nvSpPr>
        <p:spPr>
          <a:xfrm>
            <a:off x="1153160" y="51054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1" name="Rectangle 30"/>
          <p:cNvSpPr/>
          <p:nvPr/>
        </p:nvSpPr>
        <p:spPr>
          <a:xfrm>
            <a:off x="2804160" y="51054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2" name="Rectangle 31"/>
          <p:cNvSpPr/>
          <p:nvPr/>
        </p:nvSpPr>
        <p:spPr>
          <a:xfrm>
            <a:off x="9408160" y="51054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3" name="Rectangle 32"/>
          <p:cNvSpPr/>
          <p:nvPr/>
        </p:nvSpPr>
        <p:spPr>
          <a:xfrm>
            <a:off x="1153160" y="54483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34" name="Rectangle 33"/>
          <p:cNvSpPr/>
          <p:nvPr/>
        </p:nvSpPr>
        <p:spPr>
          <a:xfrm>
            <a:off x="2804160" y="54483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35" name="Rectangle 34"/>
          <p:cNvSpPr/>
          <p:nvPr/>
        </p:nvSpPr>
        <p:spPr>
          <a:xfrm>
            <a:off x="9408160" y="54483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15,00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