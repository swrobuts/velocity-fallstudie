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Kennzahlen und Höhenmarken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Kapitel, zwölf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86000"/>
            <a:ext cx="279400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86000"/>
            <a:ext cx="868045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78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78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870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870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1623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1623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4544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4544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7465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7465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0386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0386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3307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3307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6228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6228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9149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9149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2070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2070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499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499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791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Abschluss</a:t>
            </a:r>
          </a:p>
        </p:txBody>
      </p:sp>
      <p:sp>
        <p:nvSpPr>
          <p:cNvPr id="31" name="Rectangle 30"/>
          <p:cNvSpPr/>
          <p:nvPr/>
        </p:nvSpPr>
        <p:spPr>
          <a:xfrm>
            <a:off x="3947160" y="5791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069400" y="1600200"/>
            <a:ext cx="3641969"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171000" y="1701800"/>
            <a:ext cx="3438769"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257330" y="1600200"/>
            <a:ext cx="526610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358930" y="1701800"/>
            <a:ext cx="5062908"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2025910" y="1600200"/>
            <a:ext cx="972894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2127510" y="1701800"/>
            <a:ext cx="9525748"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vier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2223500"/>
            <a:ext cx="11677650" cy="342699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2325100"/>
            <a:ext cx="11474450" cy="322379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Neunzehn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28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320 Spalten im Aufbau, 248 beschrieben,</a:t>
            </a:r>
          </a:p>
          <a:p>
            <a:pPr algn="l">
              <a:lnSpc>
                <a:spcPct val="95000"/>
              </a:lnSpc>
              <a:spcBef>
                <a:spcPts val="200"/>
              </a:spcBef>
            </a:pPr>
            <a:r>
              <a:rPr sz="1300" b="0">
                <a:solidFill>
                  <a:srgbClr val="404040"/>
                </a:solidFill>
                <a:latin typeface="Consolas"/>
              </a:rPr>
              <a:t>72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445019" y="1778000"/>
            <a:ext cx="489073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546619" y="1879600"/>
            <a:ext cx="468753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37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17 Sichten, 14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Fünf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zwölf Kapiteln — und was ist entworfen, aber nicht gebaut?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12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12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